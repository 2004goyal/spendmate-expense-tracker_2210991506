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dc3152d5_0_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adc3152d5_0_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dc3152d5_0_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adc3152d5_0_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dc3152d5_0_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adc3152d5_0_1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adc3152d5_0_1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adc3152d5_0_1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dc3152d5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adc3152d5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dc3152d5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adc3152d5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dc3152d5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adc3152d5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dc3152d5_0_4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adc3152d5_0_4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dc3152d5_0_4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adc3152d5_0_4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dc3152d5_0_7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adc3152d5_0_7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SpendMate – Expense Tracker</a:t>
            </a:r>
            <a:endParaRPr b="1" i="1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Dhruv Goyal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2210991506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Ajay Kumar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finance management is a major challenge in today’s digital world.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individuals struggle to track daily expenses and maintain savings.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expense tracker apps mainly record transactions without deeper analysis.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growing need for a smarter financial management solution.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SpendMate was developed to address this gap with intelligent and user-friendly features.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Overspending due to lack of financial awareness.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tracking expenses across categories.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support for budgeting and savings goals in existing apps.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actionable recommendations for improving financial habits.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system that combines tracking with smart insights.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develop a smart expense tracking application.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help users monitor expenses and manage budgets effectively.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intelligent insights for better financial decisions.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savings goal setting and progress tracking.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simplify group expense management through collaborative tools.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SpendMate acts as a personal financial assistant.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expense logging and categorization features.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budgeting and savings goal modules.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monthly reports with spending analysis.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AI-based recommendations for improved money management.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group expense splitting through SquadPay.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Conducted requirement analysis and market research.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a modular and scalable system architecture.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frontend using Swift and SwiftUI.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backend services with Supabase.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Performed testing for functionality, security, and usability.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Refined the application through iterative feedback.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Swift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Framework: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SwiftUI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Platform: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Supabase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Xcode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Support: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ML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PostgreSQL via Supabase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expense tracking and categorization.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planning and monthly spending limits.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Savings goals with progress indicators.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financial reports and analytics dashboard.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expense sharing and settlements.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insights and recommendations.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multiple interconnected modules for finance management.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secure authentication and cloud storage.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responsive UI with smooth navigation.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real-time synchronization of user data.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Focused on simplicity, accessibility, and reliability.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financial awareness among users.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Encouraged disciplined spending and savings habits.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budgeting and financial planning.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Demonstrated scalability for future enhancements.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effectiveness through testing and feedback.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predictive analytics for expense forecasting.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AI-driven recommendations using Core ML.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financial assistant features.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Cross-platform support for wider accessibility.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 into investment and wealth management tools.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SpendMate is more than an expense tracker.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combines financial management with intelligent support.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users with practical tools for better decision-making.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long-term financial discipline and awareness.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a scalable and innovative personal finance solution.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